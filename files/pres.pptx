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0" r:id="rId3"/>
    <p:sldId id="261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sv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B9ECE05-B050-7B30-3DCF-C5545D98DE65}"/>
              </a:ext>
            </a:extLst>
          </p:cNvPr>
          <p:cNvSpPr/>
          <p:nvPr/>
        </p:nvSpPr>
        <p:spPr>
          <a:xfrm>
            <a:off x="510391" y="457200"/>
            <a:ext cx="2536815" cy="5943596"/>
          </a:xfrm>
          <a:prstGeom prst="roundRect">
            <a:avLst>
              <a:gd name="adj" fmla="val 7059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50800" dist="381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C22D5FD-B448-8027-71A7-A11456078B6D}"/>
              </a:ext>
            </a:extLst>
          </p:cNvPr>
          <p:cNvCxnSpPr>
            <a:cxnSpLocks/>
          </p:cNvCxnSpPr>
          <p:nvPr/>
        </p:nvCxnSpPr>
        <p:spPr>
          <a:xfrm>
            <a:off x="3634664" y="5867400"/>
            <a:ext cx="7720505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C8EBBE6-6915-B802-3D14-AC978526159B}"/>
              </a:ext>
            </a:extLst>
          </p:cNvPr>
          <p:cNvCxnSpPr>
            <a:cxnSpLocks/>
          </p:cNvCxnSpPr>
          <p:nvPr/>
        </p:nvCxnSpPr>
        <p:spPr>
          <a:xfrm>
            <a:off x="3580744" y="533400"/>
            <a:ext cx="7720505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AB212E51-D8DB-B639-E7DA-F86F419C5F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59" t="-608" r="-10838" b="608"/>
          <a:stretch/>
        </p:blipFill>
        <p:spPr>
          <a:xfrm>
            <a:off x="0" y="152400"/>
            <a:ext cx="2622549" cy="36576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E8A66AED-7478-A6F8-0751-3E5DC9ABF3C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2955" t="-1334" r="-10741" b="23144"/>
          <a:stretch/>
        </p:blipFill>
        <p:spPr>
          <a:xfrm>
            <a:off x="-23149" y="4572001"/>
            <a:ext cx="2645698" cy="2285997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C63DA051-BF33-1B86-4044-74230090E9FB}"/>
              </a:ext>
            </a:extLst>
          </p:cNvPr>
          <p:cNvSpPr/>
          <p:nvPr/>
        </p:nvSpPr>
        <p:spPr>
          <a:xfrm rot="2700000">
            <a:off x="1629828" y="3973060"/>
            <a:ext cx="906072" cy="906308"/>
          </a:xfrm>
          <a:prstGeom prst="plus">
            <a:avLst>
              <a:gd name="adj" fmla="val 34886"/>
            </a:avLst>
          </a:prstGeom>
          <a:solidFill>
            <a:schemeClr val="accent2">
              <a:lumMod val="5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A6DF71BF-D5D9-31A1-CEAF-F4E7C8A05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5381" y="530352"/>
            <a:ext cx="7774425" cy="2862072"/>
          </a:xfrm>
        </p:spPr>
        <p:txBody>
          <a:bodyPr>
            <a:normAutofit/>
          </a:bodyPr>
          <a:lstStyle>
            <a:lvl1pPr>
              <a:defRPr sz="5400">
                <a:ln w="31750">
                  <a:solidFill>
                    <a:schemeClr val="accent2">
                      <a:lumMod val="50000"/>
                    </a:schemeClr>
                  </a:solidFill>
                </a:ln>
                <a:noFill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A4C88CD-A074-B135-5A75-C4741BD9B5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31114" y="3557016"/>
            <a:ext cx="7774426" cy="10668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2075259E-8BB2-0D8E-6ADD-F8B54ACCAD6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3631113" y="6190488"/>
            <a:ext cx="1446589" cy="210312"/>
          </a:xfrm>
        </p:spPr>
        <p:txBody>
          <a:bodyPr/>
          <a:lstStyle/>
          <a:p>
            <a:fld id="{41A97373-C5A6-4ED4-B129-818DD6F418ED}" type="datetimeFigureOut">
              <a:rPr lang="ru-RU" smtClean="0"/>
              <a:t>20.02.2025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0181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F16A8B2-4BAA-8F8D-2CE9-706C27AE925A}"/>
              </a:ext>
            </a:extLst>
          </p:cNvPr>
          <p:cNvCxnSpPr>
            <a:cxnSpLocks/>
          </p:cNvCxnSpPr>
          <p:nvPr/>
        </p:nvCxnSpPr>
        <p:spPr>
          <a:xfrm>
            <a:off x="582144" y="5867400"/>
            <a:ext cx="10773025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B641735-36B7-52D8-E03C-1439B1FB47A4}"/>
              </a:ext>
            </a:extLst>
          </p:cNvPr>
          <p:cNvSpPr/>
          <p:nvPr/>
        </p:nvSpPr>
        <p:spPr>
          <a:xfrm>
            <a:off x="582144" y="609608"/>
            <a:ext cx="11027711" cy="4800587"/>
          </a:xfrm>
          <a:prstGeom prst="roundRect">
            <a:avLst>
              <a:gd name="adj" fmla="val 7059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50800" dist="381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0D9BC6A-356D-697A-BCD9-0D44A3E3DF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955" t="-1334" r="-10741" b="23144"/>
          <a:stretch/>
        </p:blipFill>
        <p:spPr>
          <a:xfrm>
            <a:off x="-11575" y="3526154"/>
            <a:ext cx="3897199" cy="33673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593DD4A-A75F-4357-2B59-697A1C674E0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9459" t="46841" r="-10838" b="608"/>
          <a:stretch/>
        </p:blipFill>
        <p:spPr>
          <a:xfrm rot="5400000">
            <a:off x="8884815" y="510647"/>
            <a:ext cx="3829404" cy="2808111"/>
          </a:xfrm>
          <a:prstGeom prst="rect">
            <a:avLst/>
          </a:prstGeom>
        </p:spPr>
      </p:pic>
      <p:sp>
        <p:nvSpPr>
          <p:cNvPr id="13" name="Cross 12">
            <a:extLst>
              <a:ext uri="{FF2B5EF4-FFF2-40B4-BE49-F238E27FC236}">
                <a16:creationId xmlns:a16="http://schemas.microsoft.com/office/drawing/2014/main" id="{AAB9172C-B63E-463A-A818-BF950ABB7594}"/>
              </a:ext>
            </a:extLst>
          </p:cNvPr>
          <p:cNvSpPr/>
          <p:nvPr/>
        </p:nvSpPr>
        <p:spPr>
          <a:xfrm rot="2700000">
            <a:off x="8004711" y="156453"/>
            <a:ext cx="906072" cy="906308"/>
          </a:xfrm>
          <a:prstGeom prst="plus">
            <a:avLst>
              <a:gd name="adj" fmla="val 34886"/>
            </a:avLst>
          </a:prstGeom>
          <a:solidFill>
            <a:schemeClr val="accent2">
              <a:lumMod val="5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61E30655-37C1-C099-C052-42E22DEB3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830" y="1664208"/>
            <a:ext cx="10518339" cy="2852928"/>
          </a:xfrm>
        </p:spPr>
        <p:txBody>
          <a:bodyPr anchor="ctr">
            <a:normAutofit/>
          </a:bodyPr>
          <a:lstStyle>
            <a:lvl1pPr algn="ctr">
              <a:defRPr sz="5400" baseline="0">
                <a:ln w="25400">
                  <a:solidFill>
                    <a:schemeClr val="accent2">
                      <a:lumMod val="50000"/>
                    </a:schemeClr>
                  </a:solidFill>
                </a:ln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2761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7186880-CD09-DC04-9274-F034B5114CCA}"/>
              </a:ext>
            </a:extLst>
          </p:cNvPr>
          <p:cNvSpPr/>
          <p:nvPr/>
        </p:nvSpPr>
        <p:spPr>
          <a:xfrm>
            <a:off x="7060551" y="457200"/>
            <a:ext cx="4271307" cy="5943596"/>
          </a:xfrm>
          <a:prstGeom prst="roundRect">
            <a:avLst>
              <a:gd name="adj" fmla="val 7059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50800" dist="381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417EF5D-30FC-FBAC-6DFD-E552A7C34F72}"/>
              </a:ext>
            </a:extLst>
          </p:cNvPr>
          <p:cNvSpPr/>
          <p:nvPr/>
        </p:nvSpPr>
        <p:spPr>
          <a:xfrm>
            <a:off x="6692332" y="136545"/>
            <a:ext cx="2053622" cy="2042679"/>
          </a:xfrm>
          <a:custGeom>
            <a:avLst/>
            <a:gdLst>
              <a:gd name="connsiteX0" fmla="*/ 1003609 w 2053087"/>
              <a:gd name="connsiteY0" fmla="*/ 1320 h 2042679"/>
              <a:gd name="connsiteX1" fmla="*/ 1369847 w 2053087"/>
              <a:gd name="connsiteY1" fmla="*/ 354620 h 2042679"/>
              <a:gd name="connsiteX2" fmla="*/ 1365832 w 2053087"/>
              <a:gd name="connsiteY2" fmla="*/ 494672 h 2042679"/>
              <a:gd name="connsiteX3" fmla="*/ 1483290 w 2053087"/>
              <a:gd name="connsiteY3" fmla="*/ 417646 h 2042679"/>
              <a:gd name="connsiteX4" fmla="*/ 2014463 w 2053087"/>
              <a:gd name="connsiteY4" fmla="*/ 610796 h 2042679"/>
              <a:gd name="connsiteX5" fmla="*/ 1823223 w 2053087"/>
              <a:gd name="connsiteY5" fmla="*/ 1145905 h 2042679"/>
              <a:gd name="connsiteX6" fmla="*/ 1689077 w 2053087"/>
              <a:gd name="connsiteY6" fmla="*/ 1184929 h 2042679"/>
              <a:gd name="connsiteX7" fmla="*/ 1798709 w 2053087"/>
              <a:gd name="connsiteY7" fmla="*/ 1272173 h 2042679"/>
              <a:gd name="connsiteX8" fmla="*/ 1801644 w 2053087"/>
              <a:gd name="connsiteY8" fmla="*/ 1275417 h 2042679"/>
              <a:gd name="connsiteX9" fmla="*/ 1778760 w 2053087"/>
              <a:gd name="connsiteY9" fmla="*/ 1843212 h 2042679"/>
              <a:gd name="connsiteX10" fmla="*/ 1210966 w 2053087"/>
              <a:gd name="connsiteY10" fmla="*/ 1820327 h 2042679"/>
              <a:gd name="connsiteX11" fmla="*/ 1132747 w 2053087"/>
              <a:gd name="connsiteY11" fmla="*/ 1704421 h 2042679"/>
              <a:gd name="connsiteX12" fmla="*/ 1083207 w 2053087"/>
              <a:gd name="connsiteY12" fmla="*/ 1835633 h 2042679"/>
              <a:gd name="connsiteX13" fmla="*/ 536673 w 2053087"/>
              <a:gd name="connsiteY13" fmla="*/ 1992471 h 2042679"/>
              <a:gd name="connsiteX14" fmla="*/ 379835 w 2053087"/>
              <a:gd name="connsiteY14" fmla="*/ 1445938 h 2042679"/>
              <a:gd name="connsiteX15" fmla="*/ 465527 w 2053087"/>
              <a:gd name="connsiteY15" fmla="*/ 1335114 h 2042679"/>
              <a:gd name="connsiteX16" fmla="*/ 325117 w 2053087"/>
              <a:gd name="connsiteY16" fmla="*/ 1328354 h 2042679"/>
              <a:gd name="connsiteX17" fmla="*/ 7398 w 2053087"/>
              <a:gd name="connsiteY17" fmla="*/ 857547 h 2042679"/>
              <a:gd name="connsiteX18" fmla="*/ 478205 w 2053087"/>
              <a:gd name="connsiteY18" fmla="*/ 539830 h 2042679"/>
              <a:gd name="connsiteX19" fmla="*/ 609919 w 2053087"/>
              <a:gd name="connsiteY19" fmla="*/ 586793 h 2042679"/>
              <a:gd name="connsiteX20" fmla="*/ 572088 w 2053087"/>
              <a:gd name="connsiteY20" fmla="*/ 451096 h 2042679"/>
              <a:gd name="connsiteX21" fmla="*/ 922037 w 2053087"/>
              <a:gd name="connsiteY21" fmla="*/ 2953 h 2042679"/>
              <a:gd name="connsiteX22" fmla="*/ 1003609 w 2053087"/>
              <a:gd name="connsiteY22" fmla="*/ 1320 h 2042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2053087" h="2042679">
                <a:moveTo>
                  <a:pt x="1003609" y="1320"/>
                </a:moveTo>
                <a:cubicBezTo>
                  <a:pt x="1190309" y="16473"/>
                  <a:pt x="1346681" y="160602"/>
                  <a:pt x="1369847" y="354620"/>
                </a:cubicBezTo>
                <a:cubicBezTo>
                  <a:pt x="1375086" y="401095"/>
                  <a:pt x="1373978" y="448121"/>
                  <a:pt x="1365832" y="494672"/>
                </a:cubicBezTo>
                <a:cubicBezTo>
                  <a:pt x="1401182" y="464099"/>
                  <a:pt x="1441018" y="437962"/>
                  <a:pt x="1483290" y="417646"/>
                </a:cubicBezTo>
                <a:cubicBezTo>
                  <a:pt x="1683890" y="325566"/>
                  <a:pt x="1920331" y="411579"/>
                  <a:pt x="2014463" y="610796"/>
                </a:cubicBezTo>
                <a:cubicBezTo>
                  <a:pt x="2109287" y="811038"/>
                  <a:pt x="2023465" y="1051081"/>
                  <a:pt x="1823223" y="1145905"/>
                </a:cubicBezTo>
                <a:cubicBezTo>
                  <a:pt x="1781118" y="1165362"/>
                  <a:pt x="1735719" y="1178832"/>
                  <a:pt x="1689077" y="1184929"/>
                </a:cubicBezTo>
                <a:cubicBezTo>
                  <a:pt x="1729023" y="1208729"/>
                  <a:pt x="1766084" y="1238207"/>
                  <a:pt x="1798709" y="1272173"/>
                </a:cubicBezTo>
                <a:cubicBezTo>
                  <a:pt x="1799401" y="1273198"/>
                  <a:pt x="1800952" y="1274391"/>
                  <a:pt x="1801644" y="1275417"/>
                </a:cubicBezTo>
                <a:cubicBezTo>
                  <a:pt x="1952717" y="1438446"/>
                  <a:pt x="1941624" y="1692998"/>
                  <a:pt x="1778760" y="1843212"/>
                </a:cubicBezTo>
                <a:cubicBezTo>
                  <a:pt x="1615730" y="1994283"/>
                  <a:pt x="1361178" y="1983191"/>
                  <a:pt x="1210966" y="1820327"/>
                </a:cubicBezTo>
                <a:cubicBezTo>
                  <a:pt x="1179367" y="1785669"/>
                  <a:pt x="1153063" y="1746692"/>
                  <a:pt x="1132747" y="1704421"/>
                </a:cubicBezTo>
                <a:cubicBezTo>
                  <a:pt x="1122191" y="1749612"/>
                  <a:pt x="1105455" y="1794495"/>
                  <a:pt x="1083207" y="1835633"/>
                </a:cubicBezTo>
                <a:cubicBezTo>
                  <a:pt x="976018" y="2029636"/>
                  <a:pt x="730675" y="2099660"/>
                  <a:pt x="536673" y="1992471"/>
                </a:cubicBezTo>
                <a:cubicBezTo>
                  <a:pt x="342671" y="1885282"/>
                  <a:pt x="272646" y="1639939"/>
                  <a:pt x="379835" y="1445938"/>
                </a:cubicBezTo>
                <a:cubicBezTo>
                  <a:pt x="402942" y="1404966"/>
                  <a:pt x="431562" y="1367738"/>
                  <a:pt x="465527" y="1335114"/>
                </a:cubicBezTo>
                <a:cubicBezTo>
                  <a:pt x="418360" y="1339326"/>
                  <a:pt x="371501" y="1337359"/>
                  <a:pt x="325117" y="1328354"/>
                </a:cubicBezTo>
                <a:cubicBezTo>
                  <a:pt x="107800" y="1286163"/>
                  <a:pt x="-34793" y="1074864"/>
                  <a:pt x="7398" y="857547"/>
                </a:cubicBezTo>
                <a:cubicBezTo>
                  <a:pt x="49589" y="640230"/>
                  <a:pt x="260029" y="497472"/>
                  <a:pt x="478205" y="539830"/>
                </a:cubicBezTo>
                <a:cubicBezTo>
                  <a:pt x="523730" y="548668"/>
                  <a:pt x="568780" y="564545"/>
                  <a:pt x="609919" y="586793"/>
                </a:cubicBezTo>
                <a:cubicBezTo>
                  <a:pt x="590629" y="543829"/>
                  <a:pt x="578185" y="497738"/>
                  <a:pt x="572088" y="451096"/>
                </a:cubicBezTo>
                <a:cubicBezTo>
                  <a:pt x="545445" y="230220"/>
                  <a:pt x="702020" y="29762"/>
                  <a:pt x="922037" y="2953"/>
                </a:cubicBezTo>
                <a:cubicBezTo>
                  <a:pt x="949647" y="-377"/>
                  <a:pt x="976937" y="-845"/>
                  <a:pt x="1003609" y="1320"/>
                </a:cubicBezTo>
                <a:close/>
              </a:path>
            </a:pathLst>
          </a:custGeom>
          <a:noFill/>
          <a:ln w="25400" cap="flat">
            <a:solidFill>
              <a:schemeClr val="accent2">
                <a:lumMod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800" dirty="0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E993C80-827B-073B-123F-91EFA6ED0F16}"/>
              </a:ext>
            </a:extLst>
          </p:cNvPr>
          <p:cNvGrpSpPr/>
          <p:nvPr/>
        </p:nvGrpSpPr>
        <p:grpSpPr>
          <a:xfrm>
            <a:off x="582143" y="609600"/>
            <a:ext cx="4682900" cy="5257800"/>
            <a:chOff x="581992" y="609600"/>
            <a:chExt cx="10770220" cy="52578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3804940-5591-901C-5BAD-295772E97B69}"/>
                </a:ext>
              </a:extLst>
            </p:cNvPr>
            <p:cNvCxnSpPr>
              <a:cxnSpLocks/>
            </p:cNvCxnSpPr>
            <p:nvPr/>
          </p:nvCxnSpPr>
          <p:spPr>
            <a:xfrm>
              <a:off x="581992" y="5867400"/>
              <a:ext cx="10770220" cy="0"/>
            </a:xfrm>
            <a:prstGeom prst="line">
              <a:avLst/>
            </a:prstGeom>
            <a:ln w="12700"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7CE5C39-E203-EE25-F974-E00FF20297FB}"/>
                </a:ext>
              </a:extLst>
            </p:cNvPr>
            <p:cNvCxnSpPr>
              <a:cxnSpLocks/>
            </p:cNvCxnSpPr>
            <p:nvPr/>
          </p:nvCxnSpPr>
          <p:spPr>
            <a:xfrm>
              <a:off x="581992" y="609600"/>
              <a:ext cx="10770220" cy="0"/>
            </a:xfrm>
            <a:prstGeom prst="line">
              <a:avLst/>
            </a:prstGeom>
            <a:ln w="12700"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649AEC4B-CE87-8089-CF08-AB40516E1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344" y="612648"/>
            <a:ext cx="4746972" cy="5257800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5400">
                <a:ln w="31750">
                  <a:solidFill>
                    <a:schemeClr val="accent2">
                      <a:lumMod val="50000"/>
                    </a:schemeClr>
                  </a:solidFill>
                </a:ln>
                <a:noFill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43B9FDF2-20DD-5F35-EA03-802EC68868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19339" y="914402"/>
            <a:ext cx="3373765" cy="5010213"/>
          </a:xfrm>
          <a:custGeom>
            <a:avLst/>
            <a:gdLst>
              <a:gd name="connsiteX0" fmla="*/ 3370405 w 3372886"/>
              <a:gd name="connsiteY0" fmla="*/ 4826209 h 5010213"/>
              <a:gd name="connsiteX1" fmla="*/ 3368648 w 3372886"/>
              <a:gd name="connsiteY1" fmla="*/ 4843643 h 5010213"/>
              <a:gd name="connsiteX2" fmla="*/ 3362544 w 3372886"/>
              <a:gd name="connsiteY2" fmla="*/ 4863308 h 5010213"/>
              <a:gd name="connsiteX3" fmla="*/ 3347925 w 3372886"/>
              <a:gd name="connsiteY3" fmla="*/ 4848689 h 5010213"/>
              <a:gd name="connsiteX4" fmla="*/ 208613 w 3372886"/>
              <a:gd name="connsiteY4" fmla="*/ 0 h 5010213"/>
              <a:gd name="connsiteX5" fmla="*/ 3164273 w 3372886"/>
              <a:gd name="connsiteY5" fmla="*/ 0 h 5010213"/>
              <a:gd name="connsiteX6" fmla="*/ 3372886 w 3372886"/>
              <a:gd name="connsiteY6" fmla="*/ 208613 h 5010213"/>
              <a:gd name="connsiteX7" fmla="*/ 3372886 w 3372886"/>
              <a:gd name="connsiteY7" fmla="*/ 4436392 h 5010213"/>
              <a:gd name="connsiteX8" fmla="*/ 3154257 w 3372886"/>
              <a:gd name="connsiteY8" fmla="*/ 4655021 h 5010213"/>
              <a:gd name="connsiteX9" fmla="*/ 2930746 w 3372886"/>
              <a:gd name="connsiteY9" fmla="*/ 4431510 h 5010213"/>
              <a:gd name="connsiteX10" fmla="*/ 2737078 w 3372886"/>
              <a:gd name="connsiteY10" fmla="*/ 4625178 h 5010213"/>
              <a:gd name="connsiteX11" fmla="*/ 2960589 w 3372886"/>
              <a:gd name="connsiteY11" fmla="*/ 4848689 h 5010213"/>
              <a:gd name="connsiteX12" fmla="*/ 2799065 w 3372886"/>
              <a:gd name="connsiteY12" fmla="*/ 5010213 h 5010213"/>
              <a:gd name="connsiteX13" fmla="*/ 208613 w 3372886"/>
              <a:gd name="connsiteY13" fmla="*/ 5010213 h 5010213"/>
              <a:gd name="connsiteX14" fmla="*/ 0 w 3372886"/>
              <a:gd name="connsiteY14" fmla="*/ 4801600 h 5010213"/>
              <a:gd name="connsiteX15" fmla="*/ 0 w 3372886"/>
              <a:gd name="connsiteY15" fmla="*/ 208613 h 5010213"/>
              <a:gd name="connsiteX16" fmla="*/ 208613 w 3372886"/>
              <a:gd name="connsiteY16" fmla="*/ 0 h 5010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372886" h="5010213">
                <a:moveTo>
                  <a:pt x="3370405" y="4826209"/>
                </a:moveTo>
                <a:lnTo>
                  <a:pt x="3368648" y="4843643"/>
                </a:lnTo>
                <a:lnTo>
                  <a:pt x="3362544" y="4863308"/>
                </a:lnTo>
                <a:lnTo>
                  <a:pt x="3347925" y="4848689"/>
                </a:lnTo>
                <a:close/>
                <a:moveTo>
                  <a:pt x="208613" y="0"/>
                </a:moveTo>
                <a:lnTo>
                  <a:pt x="3164273" y="0"/>
                </a:lnTo>
                <a:cubicBezTo>
                  <a:pt x="3279487" y="0"/>
                  <a:pt x="3372886" y="93399"/>
                  <a:pt x="3372886" y="208613"/>
                </a:cubicBezTo>
                <a:lnTo>
                  <a:pt x="3372886" y="4436392"/>
                </a:lnTo>
                <a:lnTo>
                  <a:pt x="3154257" y="4655021"/>
                </a:lnTo>
                <a:lnTo>
                  <a:pt x="2930746" y="4431510"/>
                </a:lnTo>
                <a:lnTo>
                  <a:pt x="2737078" y="4625178"/>
                </a:lnTo>
                <a:lnTo>
                  <a:pt x="2960589" y="4848689"/>
                </a:lnTo>
                <a:lnTo>
                  <a:pt x="2799065" y="5010213"/>
                </a:lnTo>
                <a:lnTo>
                  <a:pt x="208613" y="5010213"/>
                </a:lnTo>
                <a:cubicBezTo>
                  <a:pt x="93399" y="5010213"/>
                  <a:pt x="0" y="4916814"/>
                  <a:pt x="0" y="4801600"/>
                </a:cubicBezTo>
                <a:lnTo>
                  <a:pt x="0" y="208613"/>
                </a:lnTo>
                <a:cubicBezTo>
                  <a:pt x="0" y="93399"/>
                  <a:pt x="93399" y="0"/>
                  <a:pt x="208613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Cross 22">
            <a:extLst>
              <a:ext uri="{FF2B5EF4-FFF2-40B4-BE49-F238E27FC236}">
                <a16:creationId xmlns:a16="http://schemas.microsoft.com/office/drawing/2014/main" id="{6F145759-7E95-1BC3-317C-FAE2A6383B40}"/>
              </a:ext>
            </a:extLst>
          </p:cNvPr>
          <p:cNvSpPr/>
          <p:nvPr/>
        </p:nvSpPr>
        <p:spPr>
          <a:xfrm rot="2700000">
            <a:off x="10221382" y="5309936"/>
            <a:ext cx="906072" cy="906308"/>
          </a:xfrm>
          <a:prstGeom prst="plus">
            <a:avLst>
              <a:gd name="adj" fmla="val 34886"/>
            </a:avLst>
          </a:prstGeom>
          <a:solidFill>
            <a:schemeClr val="accent2">
              <a:lumMod val="5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004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imag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35466164-2200-0DEC-FF0B-73D9E6F78ACC}"/>
              </a:ext>
            </a:extLst>
          </p:cNvPr>
          <p:cNvGrpSpPr/>
          <p:nvPr/>
        </p:nvGrpSpPr>
        <p:grpSpPr>
          <a:xfrm>
            <a:off x="559051" y="609601"/>
            <a:ext cx="4504437" cy="5791192"/>
            <a:chOff x="7001350" y="610643"/>
            <a:chExt cx="4503264" cy="5256755"/>
          </a:xfr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6DF42ED7-D7A6-1AED-B963-4BDF2948E1E3}"/>
                </a:ext>
              </a:extLst>
            </p:cNvPr>
            <p:cNvSpPr/>
            <p:nvPr/>
          </p:nvSpPr>
          <p:spPr>
            <a:xfrm>
              <a:off x="7001350" y="3429000"/>
              <a:ext cx="4503264" cy="2438398"/>
            </a:xfrm>
            <a:prstGeom prst="roundRect">
              <a:avLst>
                <a:gd name="adj" fmla="val 118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BB3D0DE4-B99A-0032-7632-8B5365124CEF}"/>
                </a:ext>
              </a:extLst>
            </p:cNvPr>
            <p:cNvSpPr/>
            <p:nvPr/>
          </p:nvSpPr>
          <p:spPr>
            <a:xfrm>
              <a:off x="7001350" y="610643"/>
              <a:ext cx="4503264" cy="2438398"/>
            </a:xfrm>
            <a:prstGeom prst="roundRect">
              <a:avLst>
                <a:gd name="adj" fmla="val 1189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 dirty="0"/>
            </a:p>
          </p:txBody>
        </p:sp>
      </p:grp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805412-4C95-AD2C-6AA6-C23274E77D39}"/>
              </a:ext>
            </a:extLst>
          </p:cNvPr>
          <p:cNvCxnSpPr>
            <a:cxnSpLocks/>
          </p:cNvCxnSpPr>
          <p:nvPr/>
        </p:nvCxnSpPr>
        <p:spPr>
          <a:xfrm>
            <a:off x="5706126" y="5867400"/>
            <a:ext cx="5666295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6728FD0-DF82-83F1-28E0-FEBA18FF792E}"/>
              </a:ext>
            </a:extLst>
          </p:cNvPr>
          <p:cNvCxnSpPr>
            <a:cxnSpLocks/>
          </p:cNvCxnSpPr>
          <p:nvPr/>
        </p:nvCxnSpPr>
        <p:spPr>
          <a:xfrm>
            <a:off x="5706126" y="631520"/>
            <a:ext cx="5666295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Graphic 35">
            <a:extLst>
              <a:ext uri="{FF2B5EF4-FFF2-40B4-BE49-F238E27FC236}">
                <a16:creationId xmlns:a16="http://schemas.microsoft.com/office/drawing/2014/main" id="{CF056986-9B91-A95C-3BDF-82239110E8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6093" t="-16314" r="-13478" b="-3577"/>
          <a:stretch/>
        </p:blipFill>
        <p:spPr>
          <a:xfrm rot="16200000">
            <a:off x="-48297" y="47878"/>
            <a:ext cx="2434778" cy="2369503"/>
          </a:xfrm>
          <a:prstGeom prst="rect">
            <a:avLst/>
          </a:prstGeom>
        </p:spPr>
      </p:pic>
      <p:sp>
        <p:nvSpPr>
          <p:cNvPr id="40" name="Title 39">
            <a:extLst>
              <a:ext uri="{FF2B5EF4-FFF2-40B4-BE49-F238E27FC236}">
                <a16:creationId xmlns:a16="http://schemas.microsoft.com/office/drawing/2014/main" id="{A682F108-3AE7-2A73-C8C3-2DD703322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7342" y="631520"/>
            <a:ext cx="5698198" cy="409287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5400">
                <a:ln w="31750">
                  <a:solidFill>
                    <a:schemeClr val="accent2">
                      <a:lumMod val="50000"/>
                    </a:schemeClr>
                  </a:solidFill>
                </a:ln>
                <a:noFill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E2C66DB6-41D4-AC6F-2E21-26981260751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43884" y="952497"/>
            <a:ext cx="3734772" cy="5105400"/>
          </a:xfrm>
          <a:custGeom>
            <a:avLst/>
            <a:gdLst>
              <a:gd name="connsiteX0" fmla="*/ 622312 w 3733799"/>
              <a:gd name="connsiteY0" fmla="*/ 0 h 5105400"/>
              <a:gd name="connsiteX1" fmla="*/ 3111487 w 3733799"/>
              <a:gd name="connsiteY1" fmla="*/ 0 h 5105400"/>
              <a:gd name="connsiteX2" fmla="*/ 3733799 w 3733799"/>
              <a:gd name="connsiteY2" fmla="*/ 622312 h 5105400"/>
              <a:gd name="connsiteX3" fmla="*/ 3733799 w 3733799"/>
              <a:gd name="connsiteY3" fmla="*/ 4414839 h 5105400"/>
              <a:gd name="connsiteX4" fmla="*/ 3709388 w 3733799"/>
              <a:gd name="connsiteY4" fmla="*/ 4390428 h 5105400"/>
              <a:gd name="connsiteX5" fmla="*/ 3485877 w 3733799"/>
              <a:gd name="connsiteY5" fmla="*/ 4613939 h 5105400"/>
              <a:gd name="connsiteX6" fmla="*/ 3262366 w 3733799"/>
              <a:gd name="connsiteY6" fmla="*/ 4390428 h 5105400"/>
              <a:gd name="connsiteX7" fmla="*/ 3068698 w 3733799"/>
              <a:gd name="connsiteY7" fmla="*/ 4584096 h 5105400"/>
              <a:gd name="connsiteX8" fmla="*/ 3292209 w 3733799"/>
              <a:gd name="connsiteY8" fmla="*/ 4807607 h 5105400"/>
              <a:gd name="connsiteX9" fmla="*/ 3068698 w 3733799"/>
              <a:gd name="connsiteY9" fmla="*/ 5031118 h 5105400"/>
              <a:gd name="connsiteX10" fmla="*/ 3140096 w 3733799"/>
              <a:gd name="connsiteY10" fmla="*/ 5102516 h 5105400"/>
              <a:gd name="connsiteX11" fmla="*/ 3111487 w 3733799"/>
              <a:gd name="connsiteY11" fmla="*/ 5105400 h 5105400"/>
              <a:gd name="connsiteX12" fmla="*/ 622312 w 3733799"/>
              <a:gd name="connsiteY12" fmla="*/ 5105400 h 5105400"/>
              <a:gd name="connsiteX13" fmla="*/ 0 w 3733799"/>
              <a:gd name="connsiteY13" fmla="*/ 4483088 h 5105400"/>
              <a:gd name="connsiteX14" fmla="*/ 0 w 3733799"/>
              <a:gd name="connsiteY14" fmla="*/ 622312 h 5105400"/>
              <a:gd name="connsiteX15" fmla="*/ 622312 w 3733799"/>
              <a:gd name="connsiteY15" fmla="*/ 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3733799" h="5105400">
                <a:moveTo>
                  <a:pt x="622312" y="0"/>
                </a:moveTo>
                <a:lnTo>
                  <a:pt x="3111487" y="0"/>
                </a:lnTo>
                <a:cubicBezTo>
                  <a:pt x="3455180" y="0"/>
                  <a:pt x="3733799" y="278619"/>
                  <a:pt x="3733799" y="622312"/>
                </a:cubicBezTo>
                <a:lnTo>
                  <a:pt x="3733799" y="4414839"/>
                </a:lnTo>
                <a:lnTo>
                  <a:pt x="3709388" y="4390428"/>
                </a:lnTo>
                <a:lnTo>
                  <a:pt x="3485877" y="4613939"/>
                </a:lnTo>
                <a:lnTo>
                  <a:pt x="3262366" y="4390428"/>
                </a:lnTo>
                <a:lnTo>
                  <a:pt x="3068698" y="4584096"/>
                </a:lnTo>
                <a:lnTo>
                  <a:pt x="3292209" y="4807607"/>
                </a:lnTo>
                <a:lnTo>
                  <a:pt x="3068698" y="5031118"/>
                </a:lnTo>
                <a:lnTo>
                  <a:pt x="3140096" y="5102516"/>
                </a:lnTo>
                <a:lnTo>
                  <a:pt x="3111487" y="5105400"/>
                </a:lnTo>
                <a:lnTo>
                  <a:pt x="622312" y="5105400"/>
                </a:lnTo>
                <a:cubicBezTo>
                  <a:pt x="278619" y="5105400"/>
                  <a:pt x="0" y="4826781"/>
                  <a:pt x="0" y="4483088"/>
                </a:cubicBezTo>
                <a:lnTo>
                  <a:pt x="0" y="622312"/>
                </a:lnTo>
                <a:cubicBezTo>
                  <a:pt x="0" y="278619"/>
                  <a:pt x="278619" y="0"/>
                  <a:pt x="622312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2" name="Text Placeholder 15">
            <a:extLst>
              <a:ext uri="{FF2B5EF4-FFF2-40B4-BE49-F238E27FC236}">
                <a16:creationId xmlns:a16="http://schemas.microsoft.com/office/drawing/2014/main" id="{6E3DD6E9-B188-4073-618E-913C10B257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11468" y="4762498"/>
            <a:ext cx="5699413" cy="10668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 b="1" baseline="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7" name="Cross 46">
            <a:extLst>
              <a:ext uri="{FF2B5EF4-FFF2-40B4-BE49-F238E27FC236}">
                <a16:creationId xmlns:a16="http://schemas.microsoft.com/office/drawing/2014/main" id="{46328A47-0F71-24AD-1DBE-43C71079A374}"/>
              </a:ext>
            </a:extLst>
          </p:cNvPr>
          <p:cNvSpPr/>
          <p:nvPr/>
        </p:nvSpPr>
        <p:spPr>
          <a:xfrm rot="2700000">
            <a:off x="3977633" y="5306950"/>
            <a:ext cx="906072" cy="906308"/>
          </a:xfrm>
          <a:prstGeom prst="plus">
            <a:avLst>
              <a:gd name="adj" fmla="val 34886"/>
            </a:avLst>
          </a:prstGeom>
          <a:solidFill>
            <a:schemeClr val="accent2">
              <a:lumMod val="5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854198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F0AE0-C844-54D6-6029-86DFDACF0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978" y="621792"/>
            <a:ext cx="5716489" cy="1143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958B5C90-17D9-C673-F1EC-0ED209084ED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978" y="2084832"/>
            <a:ext cx="5716489" cy="37033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8EBB14C-D20D-204B-2946-AD69B85744AB}"/>
              </a:ext>
            </a:extLst>
          </p:cNvPr>
          <p:cNvCxnSpPr>
            <a:cxnSpLocks/>
          </p:cNvCxnSpPr>
          <p:nvPr/>
        </p:nvCxnSpPr>
        <p:spPr>
          <a:xfrm>
            <a:off x="582144" y="5867400"/>
            <a:ext cx="10773025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419C6F3-0BA0-1C77-3DB4-761E584808F4}"/>
              </a:ext>
            </a:extLst>
          </p:cNvPr>
          <p:cNvCxnSpPr>
            <a:cxnSpLocks/>
          </p:cNvCxnSpPr>
          <p:nvPr/>
        </p:nvCxnSpPr>
        <p:spPr>
          <a:xfrm>
            <a:off x="582144" y="609600"/>
            <a:ext cx="10773025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89C344F-D71F-89C1-89D1-17EF8F9A4455}"/>
              </a:ext>
            </a:extLst>
          </p:cNvPr>
          <p:cNvSpPr/>
          <p:nvPr/>
        </p:nvSpPr>
        <p:spPr>
          <a:xfrm>
            <a:off x="7083862" y="1143001"/>
            <a:ext cx="4271307" cy="4114797"/>
          </a:xfrm>
          <a:prstGeom prst="roundRect">
            <a:avLst>
              <a:gd name="adj" fmla="val 7995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50800" dist="381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8A531EC8-CE4E-3DF8-AE13-9EDF4E026F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64" r="-5560"/>
          <a:stretch/>
        </p:blipFill>
        <p:spPr>
          <a:xfrm>
            <a:off x="7620397" y="1550792"/>
            <a:ext cx="3506113" cy="3333765"/>
          </a:xfrm>
          <a:prstGeom prst="rect">
            <a:avLst/>
          </a:prstGeom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73575EF-AC90-8222-EC49-8D685008C1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535034" y="2467865"/>
            <a:ext cx="1500007" cy="1499616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AE54EE-77AF-E258-31B4-FA35A3303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97373-C5A6-4ED4-B129-818DD6F418ED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C5B8AF-C49D-571F-69BF-1AB0C2724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F5E931-3ABC-DD1A-FDC8-C03E569E9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1F9A6-B01A-4E61-855A-B780E4CD2C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6341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F7B74CE-1A45-5DDD-F75F-4D4303056AC2}"/>
              </a:ext>
            </a:extLst>
          </p:cNvPr>
          <p:cNvSpPr/>
          <p:nvPr/>
        </p:nvSpPr>
        <p:spPr>
          <a:xfrm>
            <a:off x="582143" y="1017439"/>
            <a:ext cx="10769601" cy="1465622"/>
          </a:xfrm>
          <a:prstGeom prst="roundRect">
            <a:avLst>
              <a:gd name="adj" fmla="val 11894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Quire Sans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26CBDAA-F3EB-A7CC-348C-C6DEF36D4318}"/>
              </a:ext>
            </a:extLst>
          </p:cNvPr>
          <p:cNvCxnSpPr>
            <a:cxnSpLocks/>
          </p:cNvCxnSpPr>
          <p:nvPr/>
        </p:nvCxnSpPr>
        <p:spPr>
          <a:xfrm>
            <a:off x="582144" y="5867400"/>
            <a:ext cx="10773025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078AE03-2D5A-BEDE-B033-84F89218D9BB}"/>
              </a:ext>
            </a:extLst>
          </p:cNvPr>
          <p:cNvCxnSpPr>
            <a:cxnSpLocks/>
          </p:cNvCxnSpPr>
          <p:nvPr/>
        </p:nvCxnSpPr>
        <p:spPr>
          <a:xfrm>
            <a:off x="582144" y="609600"/>
            <a:ext cx="10773025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768A3B78-13C8-892D-7ADC-D62A05F51967}"/>
              </a:ext>
            </a:extLst>
          </p:cNvPr>
          <p:cNvGrpSpPr/>
          <p:nvPr/>
        </p:nvGrpSpPr>
        <p:grpSpPr>
          <a:xfrm flipH="1">
            <a:off x="8247588" y="0"/>
            <a:ext cx="3944412" cy="2209800"/>
            <a:chOff x="-10411" y="0"/>
            <a:chExt cx="3943385" cy="220980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AC5AC647-1AA8-FA57-37D8-5F2E093893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22955" t="-1334" r="-10741" b="23144"/>
            <a:stretch/>
          </p:blipFill>
          <p:spPr>
            <a:xfrm rot="10800000" flipH="1">
              <a:off x="-10411" y="0"/>
              <a:ext cx="2556844" cy="2209800"/>
            </a:xfrm>
            <a:prstGeom prst="rect">
              <a:avLst/>
            </a:prstGeom>
          </p:spPr>
        </p:pic>
        <p:sp>
          <p:nvSpPr>
            <p:cNvPr id="11" name="Cross 10">
              <a:extLst>
                <a:ext uri="{FF2B5EF4-FFF2-40B4-BE49-F238E27FC236}">
                  <a16:creationId xmlns:a16="http://schemas.microsoft.com/office/drawing/2014/main" id="{F0C52D8B-C4A5-6592-FB45-2A569D339574}"/>
                </a:ext>
              </a:extLst>
            </p:cNvPr>
            <p:cNvSpPr/>
            <p:nvPr/>
          </p:nvSpPr>
          <p:spPr>
            <a:xfrm rot="2700000">
              <a:off x="3278601" y="721719"/>
              <a:ext cx="654373" cy="654373"/>
            </a:xfrm>
            <a:prstGeom prst="plus">
              <a:avLst>
                <a:gd name="adj" fmla="val 34886"/>
              </a:avLst>
            </a:prstGeom>
            <a:solidFill>
              <a:schemeClr val="accent2">
                <a:lumMod val="50000"/>
              </a:schemeClr>
            </a:solidFill>
            <a:ln w="254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Quire Sans"/>
                <a:ea typeface="+mn-ea"/>
                <a:cs typeface="+mn-cs"/>
              </a:endParaRPr>
            </a:p>
          </p:txBody>
        </p:sp>
      </p:grpSp>
      <p:pic>
        <p:nvPicPr>
          <p:cNvPr id="12" name="Graphic 11">
            <a:extLst>
              <a:ext uri="{FF2B5EF4-FFF2-40B4-BE49-F238E27FC236}">
                <a16:creationId xmlns:a16="http://schemas.microsoft.com/office/drawing/2014/main" id="{83E148C5-F88C-4D65-3DB7-756252A8A1D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979" t="-1685" r="-5675" b="63656"/>
          <a:stretch/>
        </p:blipFill>
        <p:spPr>
          <a:xfrm>
            <a:off x="840256" y="1219201"/>
            <a:ext cx="3495211" cy="1263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BE60AE-BB9D-05D7-65F7-DA818CF83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319" y="2350008"/>
            <a:ext cx="10893341" cy="1143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3" name="Content Placeholder 18">
            <a:extLst>
              <a:ext uri="{FF2B5EF4-FFF2-40B4-BE49-F238E27FC236}">
                <a16:creationId xmlns:a16="http://schemas.microsoft.com/office/drawing/2014/main" id="{C6002F4C-93CF-DB09-2A74-421C0198314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319" y="3703320"/>
            <a:ext cx="10774438" cy="201168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B9BAC-9473-E02D-034C-A712981D8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97373-C5A6-4ED4-B129-818DD6F418ED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47D348-2AA6-5878-4C98-CB3E895FE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E4AA3A-02D3-C16A-F484-4365AEC66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1F9A6-B01A-4E61-855A-B780E4CD2C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9487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8823B-1848-DD23-32C1-55B6F35BB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344" y="621792"/>
            <a:ext cx="5879535" cy="1143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Content Placeholder 18">
            <a:extLst>
              <a:ext uri="{FF2B5EF4-FFF2-40B4-BE49-F238E27FC236}">
                <a16:creationId xmlns:a16="http://schemas.microsoft.com/office/drawing/2014/main" id="{C6369831-3D9F-A5E3-4BD7-A70602CD967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1344" y="2084832"/>
            <a:ext cx="5879535" cy="37033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5E70E0-6625-D5D7-AF0A-C954D8961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97373-C5A6-4ED4-B129-818DD6F418ED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C3F56-523E-43F4-9B16-07C01F0BC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1604" y="6190488"/>
            <a:ext cx="919275" cy="210312"/>
          </a:xfrm>
        </p:spPr>
        <p:txBody>
          <a:bodyPr/>
          <a:lstStyle/>
          <a:p>
            <a:fld id="{61F1F9A6-B01A-4E61-855A-B780E4CD2C6F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8C9E72-33C7-B5A5-6E0C-E4D81F133BA4}"/>
              </a:ext>
            </a:extLst>
          </p:cNvPr>
          <p:cNvCxnSpPr>
            <a:cxnSpLocks/>
          </p:cNvCxnSpPr>
          <p:nvPr/>
        </p:nvCxnSpPr>
        <p:spPr>
          <a:xfrm>
            <a:off x="582143" y="5867400"/>
            <a:ext cx="5666296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D31522-CF82-7988-2E83-546796650259}"/>
              </a:ext>
            </a:extLst>
          </p:cNvPr>
          <p:cNvCxnSpPr>
            <a:cxnSpLocks/>
          </p:cNvCxnSpPr>
          <p:nvPr/>
        </p:nvCxnSpPr>
        <p:spPr>
          <a:xfrm>
            <a:off x="582143" y="609600"/>
            <a:ext cx="5666296" cy="0"/>
          </a:xfrm>
          <a:prstGeom prst="line">
            <a:avLst/>
          </a:prstGeom>
          <a:ln w="12700">
            <a:solidFill>
              <a:srgbClr val="435F3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7049D66-D5A8-DFED-1BBA-E00C8E0BF013}"/>
              </a:ext>
            </a:extLst>
          </p:cNvPr>
          <p:cNvSpPr/>
          <p:nvPr/>
        </p:nvSpPr>
        <p:spPr>
          <a:xfrm>
            <a:off x="7226613" y="457200"/>
            <a:ext cx="4199555" cy="5943596"/>
          </a:xfrm>
          <a:prstGeom prst="roundRect">
            <a:avLst>
              <a:gd name="adj" fmla="val 7059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Quire Sans"/>
              <a:ea typeface="+mn-ea"/>
              <a:cs typeface="+mn-cs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C00F615-D350-70FC-458B-17DC58C3D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955" t="-1334" r="3949" b="23144"/>
          <a:stretch/>
        </p:blipFill>
        <p:spPr>
          <a:xfrm rot="10800000" flipH="1">
            <a:off x="7530933" y="733525"/>
            <a:ext cx="3895234" cy="4042044"/>
          </a:xfrm>
          <a:prstGeom prst="rect">
            <a:avLst/>
          </a:prstGeom>
        </p:spPr>
      </p:pic>
      <p:sp>
        <p:nvSpPr>
          <p:cNvPr id="12" name="Cross 11">
            <a:extLst>
              <a:ext uri="{FF2B5EF4-FFF2-40B4-BE49-F238E27FC236}">
                <a16:creationId xmlns:a16="http://schemas.microsoft.com/office/drawing/2014/main" id="{F6D3D1EF-9096-4DE3-65B0-A56792BCA9FB}"/>
              </a:ext>
            </a:extLst>
          </p:cNvPr>
          <p:cNvSpPr/>
          <p:nvPr/>
        </p:nvSpPr>
        <p:spPr>
          <a:xfrm rot="2700000">
            <a:off x="10820970" y="5733917"/>
            <a:ext cx="906072" cy="906308"/>
          </a:xfrm>
          <a:prstGeom prst="plus">
            <a:avLst>
              <a:gd name="adj" fmla="val 34886"/>
            </a:avLst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Quire Sans"/>
              <a:ea typeface="+mn-ea"/>
              <a:cs typeface="+mn-cs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4F76B484-4DDB-2219-B076-85EF15583E6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9459" t="46841" r="-10838" b="608"/>
          <a:stretch/>
        </p:blipFill>
        <p:spPr>
          <a:xfrm rot="5400000">
            <a:off x="8608252" y="4789455"/>
            <a:ext cx="2202153" cy="161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074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imag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C5EC899-82DA-6C62-F99A-A5C1822003D6}"/>
              </a:ext>
            </a:extLst>
          </p:cNvPr>
          <p:cNvSpPr/>
          <p:nvPr/>
        </p:nvSpPr>
        <p:spPr>
          <a:xfrm>
            <a:off x="7000296" y="625258"/>
            <a:ext cx="4504437" cy="2686302"/>
          </a:xfrm>
          <a:prstGeom prst="roundRect">
            <a:avLst>
              <a:gd name="adj" fmla="val 7059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50800" dist="381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BD98418-0E68-2FD2-AAF8-5F48931A2A5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6093" t="-16314" r="-13478" b="-3577"/>
          <a:stretch/>
        </p:blipFill>
        <p:spPr>
          <a:xfrm rot="16200000">
            <a:off x="5935347" y="-71095"/>
            <a:ext cx="2434778" cy="2369503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9B2DB26-152B-A660-5994-264088B10127}"/>
              </a:ext>
            </a:extLst>
          </p:cNvPr>
          <p:cNvSpPr/>
          <p:nvPr/>
        </p:nvSpPr>
        <p:spPr>
          <a:xfrm>
            <a:off x="7000296" y="3708269"/>
            <a:ext cx="4504437" cy="2686302"/>
          </a:xfrm>
          <a:prstGeom prst="roundRect">
            <a:avLst>
              <a:gd name="adj" fmla="val 7059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50800" dist="381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5" name="Cross 14">
            <a:extLst>
              <a:ext uri="{FF2B5EF4-FFF2-40B4-BE49-F238E27FC236}">
                <a16:creationId xmlns:a16="http://schemas.microsoft.com/office/drawing/2014/main" id="{58E8EC6C-4C4F-5126-5867-B835579ADE95}"/>
              </a:ext>
            </a:extLst>
          </p:cNvPr>
          <p:cNvSpPr/>
          <p:nvPr/>
        </p:nvSpPr>
        <p:spPr>
          <a:xfrm rot="2700000">
            <a:off x="11023475" y="5779589"/>
            <a:ext cx="906072" cy="906308"/>
          </a:xfrm>
          <a:prstGeom prst="plus">
            <a:avLst>
              <a:gd name="adj" fmla="val 34886"/>
            </a:avLst>
          </a:prstGeom>
          <a:solidFill>
            <a:schemeClr val="accent2">
              <a:lumMod val="5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1924ED2-7665-CDA5-A950-86022E36C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344" y="621792"/>
            <a:ext cx="5879535" cy="1143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5" name="Content Placeholder 18">
            <a:extLst>
              <a:ext uri="{FF2B5EF4-FFF2-40B4-BE49-F238E27FC236}">
                <a16:creationId xmlns:a16="http://schemas.microsoft.com/office/drawing/2014/main" id="{21E8B3C6-A310-27D6-2D48-55A75DF49E7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1344" y="2084832"/>
            <a:ext cx="5879535" cy="37033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29055FDB-38DD-4E72-2C97-C84ED6C1BD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53930" y="1162591"/>
            <a:ext cx="3597169" cy="4694649"/>
          </a:xfrm>
          <a:custGeom>
            <a:avLst/>
            <a:gdLst>
              <a:gd name="connsiteX0" fmla="*/ 188910 w 3596232"/>
              <a:gd name="connsiteY0" fmla="*/ 0 h 4694649"/>
              <a:gd name="connsiteX1" fmla="*/ 3407322 w 3596232"/>
              <a:gd name="connsiteY1" fmla="*/ 0 h 4694649"/>
              <a:gd name="connsiteX2" fmla="*/ 3596232 w 3596232"/>
              <a:gd name="connsiteY2" fmla="*/ 188910 h 4694649"/>
              <a:gd name="connsiteX3" fmla="*/ 3596232 w 3596232"/>
              <a:gd name="connsiteY3" fmla="*/ 4505739 h 4694649"/>
              <a:gd name="connsiteX4" fmla="*/ 3407322 w 3596232"/>
              <a:gd name="connsiteY4" fmla="*/ 4694649 h 4694649"/>
              <a:gd name="connsiteX5" fmla="*/ 188910 w 3596232"/>
              <a:gd name="connsiteY5" fmla="*/ 4694649 h 4694649"/>
              <a:gd name="connsiteX6" fmla="*/ 0 w 3596232"/>
              <a:gd name="connsiteY6" fmla="*/ 4505739 h 4694649"/>
              <a:gd name="connsiteX7" fmla="*/ 0 w 3596232"/>
              <a:gd name="connsiteY7" fmla="*/ 188910 h 4694649"/>
              <a:gd name="connsiteX8" fmla="*/ 188910 w 3596232"/>
              <a:gd name="connsiteY8" fmla="*/ 0 h 4694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96232" h="4694649">
                <a:moveTo>
                  <a:pt x="188910" y="0"/>
                </a:moveTo>
                <a:lnTo>
                  <a:pt x="3407322" y="0"/>
                </a:lnTo>
                <a:cubicBezTo>
                  <a:pt x="3511654" y="0"/>
                  <a:pt x="3596232" y="84578"/>
                  <a:pt x="3596232" y="188910"/>
                </a:cubicBezTo>
                <a:lnTo>
                  <a:pt x="3596232" y="4505739"/>
                </a:lnTo>
                <a:cubicBezTo>
                  <a:pt x="3596232" y="4610071"/>
                  <a:pt x="3511654" y="4694649"/>
                  <a:pt x="3407322" y="4694649"/>
                </a:cubicBezTo>
                <a:lnTo>
                  <a:pt x="188910" y="4694649"/>
                </a:lnTo>
                <a:cubicBezTo>
                  <a:pt x="84578" y="4694649"/>
                  <a:pt x="0" y="4610071"/>
                  <a:pt x="0" y="4505739"/>
                </a:cubicBezTo>
                <a:lnTo>
                  <a:pt x="0" y="188910"/>
                </a:lnTo>
                <a:cubicBezTo>
                  <a:pt x="0" y="84578"/>
                  <a:pt x="84578" y="0"/>
                  <a:pt x="18891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4217FB8-20E0-118C-285D-4FEFA1E35326}"/>
              </a:ext>
            </a:extLst>
          </p:cNvPr>
          <p:cNvCxnSpPr>
            <a:cxnSpLocks/>
          </p:cNvCxnSpPr>
          <p:nvPr/>
        </p:nvCxnSpPr>
        <p:spPr>
          <a:xfrm>
            <a:off x="582143" y="5867400"/>
            <a:ext cx="5666296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ABC3664-186D-E7FA-94A7-CA62E87CDA5E}"/>
              </a:ext>
            </a:extLst>
          </p:cNvPr>
          <p:cNvCxnSpPr>
            <a:cxnSpLocks/>
          </p:cNvCxnSpPr>
          <p:nvPr/>
        </p:nvCxnSpPr>
        <p:spPr>
          <a:xfrm>
            <a:off x="582143" y="609600"/>
            <a:ext cx="5666296" cy="0"/>
          </a:xfrm>
          <a:prstGeom prst="line">
            <a:avLst/>
          </a:prstGeom>
          <a:ln w="12700">
            <a:solidFill>
              <a:srgbClr val="435F30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5E70E0-6625-D5D7-AF0A-C954D8961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97373-C5A6-4ED4-B129-818DD6F418ED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C3F56-523E-43F4-9B16-07C01F0BC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1604" y="6190488"/>
            <a:ext cx="919275" cy="210312"/>
          </a:xfrm>
        </p:spPr>
        <p:txBody>
          <a:bodyPr/>
          <a:lstStyle/>
          <a:p>
            <a:fld id="{61F1F9A6-B01A-4E61-855A-B780E4CD2C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4268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0FB16F0-8AD5-B0AE-9C56-88DCA31251D9}"/>
              </a:ext>
            </a:extLst>
          </p:cNvPr>
          <p:cNvSpPr/>
          <p:nvPr/>
        </p:nvSpPr>
        <p:spPr>
          <a:xfrm>
            <a:off x="582143" y="677976"/>
            <a:ext cx="10769601" cy="2942607"/>
          </a:xfrm>
          <a:prstGeom prst="roundRect">
            <a:avLst>
              <a:gd name="adj" fmla="val 11894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F0579C-BBD7-4DD3-1C37-C316F6F08BC2}"/>
              </a:ext>
            </a:extLst>
          </p:cNvPr>
          <p:cNvCxnSpPr>
            <a:cxnSpLocks/>
          </p:cNvCxnSpPr>
          <p:nvPr/>
        </p:nvCxnSpPr>
        <p:spPr>
          <a:xfrm>
            <a:off x="582144" y="5867400"/>
            <a:ext cx="10773025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>
            <a:extLst>
              <a:ext uri="{FF2B5EF4-FFF2-40B4-BE49-F238E27FC236}">
                <a16:creationId xmlns:a16="http://schemas.microsoft.com/office/drawing/2014/main" id="{61B335A0-563D-0DD7-3AC3-0D27F3193F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955" t="-1334" r="-10741" b="23144"/>
          <a:stretch/>
        </p:blipFill>
        <p:spPr>
          <a:xfrm rot="10800000" flipH="1">
            <a:off x="-10414" y="0"/>
            <a:ext cx="2557510" cy="22098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706A4F6-45A9-41CD-5553-543DB8BE288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9459" t="46841" r="-10838" b="608"/>
          <a:stretch/>
        </p:blipFill>
        <p:spPr>
          <a:xfrm rot="5400000">
            <a:off x="8884815" y="510647"/>
            <a:ext cx="3829404" cy="2808111"/>
          </a:xfrm>
          <a:prstGeom prst="rect">
            <a:avLst/>
          </a:prstGeom>
        </p:spPr>
      </p:pic>
      <p:sp>
        <p:nvSpPr>
          <p:cNvPr id="15" name="Cross 14">
            <a:extLst>
              <a:ext uri="{FF2B5EF4-FFF2-40B4-BE49-F238E27FC236}">
                <a16:creationId xmlns:a16="http://schemas.microsoft.com/office/drawing/2014/main" id="{92F52620-F282-F4C3-BBCC-13756F044D0E}"/>
              </a:ext>
            </a:extLst>
          </p:cNvPr>
          <p:cNvSpPr/>
          <p:nvPr/>
        </p:nvSpPr>
        <p:spPr>
          <a:xfrm rot="2700000">
            <a:off x="3279542" y="389527"/>
            <a:ext cx="654373" cy="654543"/>
          </a:xfrm>
          <a:prstGeom prst="plus">
            <a:avLst>
              <a:gd name="adj" fmla="val 34886"/>
            </a:avLst>
          </a:prstGeom>
          <a:solidFill>
            <a:schemeClr val="accent2">
              <a:lumMod val="50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6" name="Title 13">
            <a:extLst>
              <a:ext uri="{FF2B5EF4-FFF2-40B4-BE49-F238E27FC236}">
                <a16:creationId xmlns:a16="http://schemas.microsoft.com/office/drawing/2014/main" id="{B91AE9CC-DB83-56BB-43A9-75FB37CB3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7202" y="987552"/>
            <a:ext cx="8158573" cy="2633472"/>
          </a:xfr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4800" baseline="0">
                <a:ln w="25400">
                  <a:solidFill>
                    <a:schemeClr val="accent2">
                      <a:lumMod val="50000"/>
                    </a:schemeClr>
                  </a:solidFill>
                </a:ln>
                <a:solidFill>
                  <a:schemeClr val="accent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Content Placeholder 18">
            <a:extLst>
              <a:ext uri="{FF2B5EF4-FFF2-40B4-BE49-F238E27FC236}">
                <a16:creationId xmlns:a16="http://schemas.microsoft.com/office/drawing/2014/main" id="{38EE0AEB-B6D8-567F-532A-4C5C8CDBAAB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5369" y="3995928"/>
            <a:ext cx="5131120" cy="187102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8" name="Content Placeholder 18">
            <a:extLst>
              <a:ext uri="{FF2B5EF4-FFF2-40B4-BE49-F238E27FC236}">
                <a16:creationId xmlns:a16="http://schemas.microsoft.com/office/drawing/2014/main" id="{CB53BDB2-1DE7-6F74-914B-6AB6DCC40F9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00637" y="3995928"/>
            <a:ext cx="5131120" cy="187102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35919E-25CD-A9C7-96B4-418FF31E4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97373-C5A6-4ED4-B129-818DD6F418ED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F4E10E-956F-120F-9A17-F3DD13E8B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55462C-9030-1F53-ABD6-298C4F3B6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1F9A6-B01A-4E61-855A-B780E4CD2C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6680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D8DDA-6C9D-8B86-2FC0-8E5F1310B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319" y="704088"/>
            <a:ext cx="10765291" cy="1143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6" name="Content Placeholder 18">
            <a:extLst>
              <a:ext uri="{FF2B5EF4-FFF2-40B4-BE49-F238E27FC236}">
                <a16:creationId xmlns:a16="http://schemas.microsoft.com/office/drawing/2014/main" id="{B8058444-CAAE-9075-06DD-CA747561089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5369" y="2066545"/>
            <a:ext cx="5131120" cy="164039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  <p:sp>
        <p:nvSpPr>
          <p:cNvPr id="17" name="Content Placeholder 18">
            <a:extLst>
              <a:ext uri="{FF2B5EF4-FFF2-40B4-BE49-F238E27FC236}">
                <a16:creationId xmlns:a16="http://schemas.microsoft.com/office/drawing/2014/main" id="{72A43166-102A-35B9-70FB-5E34A959DD8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00637" y="2066545"/>
            <a:ext cx="5131120" cy="1640398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3BC23DD-4FCE-130E-B4E1-D95A8CD6E676}"/>
              </a:ext>
            </a:extLst>
          </p:cNvPr>
          <p:cNvCxnSpPr>
            <a:cxnSpLocks/>
          </p:cNvCxnSpPr>
          <p:nvPr/>
        </p:nvCxnSpPr>
        <p:spPr>
          <a:xfrm>
            <a:off x="582144" y="5867400"/>
            <a:ext cx="10773025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8BBFEA-903D-D7F6-1BC1-911DE35E8775}"/>
              </a:ext>
            </a:extLst>
          </p:cNvPr>
          <p:cNvCxnSpPr>
            <a:cxnSpLocks/>
          </p:cNvCxnSpPr>
          <p:nvPr/>
        </p:nvCxnSpPr>
        <p:spPr>
          <a:xfrm>
            <a:off x="582144" y="609600"/>
            <a:ext cx="10773025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A5DE43A-60F4-A089-D93E-741A4D0929DF}"/>
              </a:ext>
            </a:extLst>
          </p:cNvPr>
          <p:cNvSpPr/>
          <p:nvPr/>
        </p:nvSpPr>
        <p:spPr>
          <a:xfrm>
            <a:off x="582144" y="3994574"/>
            <a:ext cx="10773025" cy="1153636"/>
          </a:xfrm>
          <a:prstGeom prst="roundRect">
            <a:avLst>
              <a:gd name="adj" fmla="val 7059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50800" dist="381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DC02731-8947-D88F-F80B-F2C65DA5799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64" r="-5560"/>
          <a:stretch/>
        </p:blipFill>
        <p:spPr>
          <a:xfrm>
            <a:off x="8717684" y="3679038"/>
            <a:ext cx="1998995" cy="190073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428FFD0-6816-9A55-2A04-B52A4152E91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64" r="-5560"/>
          <a:stretch/>
        </p:blipFill>
        <p:spPr>
          <a:xfrm>
            <a:off x="5136153" y="3679038"/>
            <a:ext cx="1998995" cy="1900731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3B769B67-BF85-171D-E468-159DC7A425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64" r="-5560"/>
          <a:stretch/>
        </p:blipFill>
        <p:spPr>
          <a:xfrm>
            <a:off x="1390951" y="3679038"/>
            <a:ext cx="1998995" cy="1900731"/>
          </a:xfrm>
          <a:prstGeom prst="rect">
            <a:avLst/>
          </a:prstGeom>
        </p:spPr>
      </p:pic>
      <p:sp>
        <p:nvSpPr>
          <p:cNvPr id="18" name="Picture Placeholder 20">
            <a:extLst>
              <a:ext uri="{FF2B5EF4-FFF2-40B4-BE49-F238E27FC236}">
                <a16:creationId xmlns:a16="http://schemas.microsoft.com/office/drawing/2014/main" id="{15E08D62-18FF-AEA1-A29B-0C212BE317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919152" y="4208778"/>
            <a:ext cx="841467" cy="841248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0" name="Picture Placeholder 20">
            <a:extLst>
              <a:ext uri="{FF2B5EF4-FFF2-40B4-BE49-F238E27FC236}">
                <a16:creationId xmlns:a16="http://schemas.microsoft.com/office/drawing/2014/main" id="{0C30F2D6-7955-A01D-4414-08BD54DC4C0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675266" y="4208778"/>
            <a:ext cx="841467" cy="841248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9" name="Picture Placeholder 20">
            <a:extLst>
              <a:ext uri="{FF2B5EF4-FFF2-40B4-BE49-F238E27FC236}">
                <a16:creationId xmlns:a16="http://schemas.microsoft.com/office/drawing/2014/main" id="{88D95A1F-88CD-45EF-9B7E-52D533D3518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04960" y="4157029"/>
            <a:ext cx="841467" cy="841248"/>
          </a:xfrm>
        </p:spPr>
        <p:txBody>
          <a:bodyPr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49425B-7D90-1B71-5868-B3E7A6C8E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97373-C5A6-4ED4-B129-818DD6F418ED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7D266C-5561-C631-7A76-C0C47166E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F830D7-6165-3054-1914-DB6D1394D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1F9A6-B01A-4E61-855A-B780E4CD2C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2519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0AA7070-5E0F-A195-181C-1F8779194804}"/>
              </a:ext>
            </a:extLst>
          </p:cNvPr>
          <p:cNvSpPr/>
          <p:nvPr/>
        </p:nvSpPr>
        <p:spPr>
          <a:xfrm>
            <a:off x="617461" y="2098629"/>
            <a:ext cx="5205658" cy="3326011"/>
          </a:xfrm>
          <a:prstGeom prst="roundRect">
            <a:avLst>
              <a:gd name="adj" fmla="val 7059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50800" dist="381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Quire Sans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5EBC589-0AFD-F714-9D30-5929AB52587C}"/>
              </a:ext>
            </a:extLst>
          </p:cNvPr>
          <p:cNvSpPr/>
          <p:nvPr/>
        </p:nvSpPr>
        <p:spPr>
          <a:xfrm>
            <a:off x="6103236" y="2084190"/>
            <a:ext cx="5303394" cy="3326010"/>
          </a:xfrm>
          <a:prstGeom prst="roundRect">
            <a:avLst>
              <a:gd name="adj" fmla="val 7059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  <a:ln>
            <a:noFill/>
          </a:ln>
          <a:effectLst>
            <a:outerShdw blurRad="50800" dist="38100" dir="8100000" algn="tr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Quire Sans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BFB934-22A7-686D-6489-5802A4975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319" y="621792"/>
            <a:ext cx="10765291" cy="1143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EFA4554B-98CB-41FF-83FE-16E82D7001B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7474" y="2313833"/>
            <a:ext cx="4725631" cy="2895600"/>
          </a:xfrm>
          <a:custGeom>
            <a:avLst/>
            <a:gdLst>
              <a:gd name="connsiteX0" fmla="*/ 235470 w 4724400"/>
              <a:gd name="connsiteY0" fmla="*/ 0 h 2895600"/>
              <a:gd name="connsiteX1" fmla="*/ 4488930 w 4724400"/>
              <a:gd name="connsiteY1" fmla="*/ 0 h 2895600"/>
              <a:gd name="connsiteX2" fmla="*/ 4724400 w 4724400"/>
              <a:gd name="connsiteY2" fmla="*/ 235470 h 2895600"/>
              <a:gd name="connsiteX3" fmla="*/ 4724400 w 4724400"/>
              <a:gd name="connsiteY3" fmla="*/ 2660130 h 2895600"/>
              <a:gd name="connsiteX4" fmla="*/ 4488930 w 4724400"/>
              <a:gd name="connsiteY4" fmla="*/ 2895600 h 2895600"/>
              <a:gd name="connsiteX5" fmla="*/ 235470 w 4724400"/>
              <a:gd name="connsiteY5" fmla="*/ 2895600 h 2895600"/>
              <a:gd name="connsiteX6" fmla="*/ 188015 w 4724400"/>
              <a:gd name="connsiteY6" fmla="*/ 2890816 h 2895600"/>
              <a:gd name="connsiteX7" fmla="*/ 182053 w 4724400"/>
              <a:gd name="connsiteY7" fmla="*/ 2888966 h 2895600"/>
              <a:gd name="connsiteX8" fmla="*/ 240221 w 4724400"/>
              <a:gd name="connsiteY8" fmla="*/ 2859062 h 2895600"/>
              <a:gd name="connsiteX9" fmla="*/ 283213 w 4724400"/>
              <a:gd name="connsiteY9" fmla="*/ 2577420 h 2895600"/>
              <a:gd name="connsiteX10" fmla="*/ 3325 w 4724400"/>
              <a:gd name="connsiteY10" fmla="*/ 2533112 h 2895600"/>
              <a:gd name="connsiteX11" fmla="*/ 0 w 4724400"/>
              <a:gd name="connsiteY11" fmla="*/ 2536350 h 2895600"/>
              <a:gd name="connsiteX12" fmla="*/ 0 w 4724400"/>
              <a:gd name="connsiteY12" fmla="*/ 235470 h 2895600"/>
              <a:gd name="connsiteX13" fmla="*/ 235470 w 4724400"/>
              <a:gd name="connsiteY13" fmla="*/ 0 h 289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24400" h="2895600">
                <a:moveTo>
                  <a:pt x="235470" y="0"/>
                </a:moveTo>
                <a:lnTo>
                  <a:pt x="4488930" y="0"/>
                </a:lnTo>
                <a:cubicBezTo>
                  <a:pt x="4618976" y="0"/>
                  <a:pt x="4724400" y="105424"/>
                  <a:pt x="4724400" y="235470"/>
                </a:cubicBezTo>
                <a:lnTo>
                  <a:pt x="4724400" y="2660130"/>
                </a:lnTo>
                <a:cubicBezTo>
                  <a:pt x="4724400" y="2790176"/>
                  <a:pt x="4618976" y="2895600"/>
                  <a:pt x="4488930" y="2895600"/>
                </a:cubicBezTo>
                <a:lnTo>
                  <a:pt x="235470" y="2895600"/>
                </a:lnTo>
                <a:cubicBezTo>
                  <a:pt x="219214" y="2895600"/>
                  <a:pt x="203343" y="2893953"/>
                  <a:pt x="188015" y="2890816"/>
                </a:cubicBezTo>
                <a:lnTo>
                  <a:pt x="182053" y="2888966"/>
                </a:lnTo>
                <a:lnTo>
                  <a:pt x="240221" y="2859062"/>
                </a:lnTo>
                <a:cubicBezTo>
                  <a:pt x="329714" y="2793258"/>
                  <a:pt x="349017" y="2666914"/>
                  <a:pt x="283213" y="2577420"/>
                </a:cubicBezTo>
                <a:cubicBezTo>
                  <a:pt x="217847" y="2488365"/>
                  <a:pt x="93258" y="2468624"/>
                  <a:pt x="3325" y="2533112"/>
                </a:cubicBezTo>
                <a:lnTo>
                  <a:pt x="0" y="2536350"/>
                </a:lnTo>
                <a:lnTo>
                  <a:pt x="0" y="235470"/>
                </a:lnTo>
                <a:cubicBezTo>
                  <a:pt x="0" y="105424"/>
                  <a:pt x="105424" y="0"/>
                  <a:pt x="235470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</p:spPr>
        <p:txBody>
          <a:bodyPr wrap="square" lIns="365760" rIns="36576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B254B580-B88B-30D6-906C-5D8A5283269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97127" y="2313833"/>
            <a:ext cx="4725631" cy="2895600"/>
          </a:xfrm>
          <a:custGeom>
            <a:avLst/>
            <a:gdLst>
              <a:gd name="connsiteX0" fmla="*/ 235470 w 4724400"/>
              <a:gd name="connsiteY0" fmla="*/ 0 h 2895600"/>
              <a:gd name="connsiteX1" fmla="*/ 4410363 w 4724400"/>
              <a:gd name="connsiteY1" fmla="*/ 0 h 2895600"/>
              <a:gd name="connsiteX2" fmla="*/ 4402058 w 4724400"/>
              <a:gd name="connsiteY2" fmla="*/ 8305 h 2895600"/>
              <a:gd name="connsiteX3" fmla="*/ 4595726 w 4724400"/>
              <a:gd name="connsiteY3" fmla="*/ 201973 h 2895600"/>
              <a:gd name="connsiteX4" fmla="*/ 4684950 w 4724400"/>
              <a:gd name="connsiteY4" fmla="*/ 112749 h 2895600"/>
              <a:gd name="connsiteX5" fmla="*/ 4705896 w 4724400"/>
              <a:gd name="connsiteY5" fmla="*/ 143815 h 2895600"/>
              <a:gd name="connsiteX6" fmla="*/ 4724400 w 4724400"/>
              <a:gd name="connsiteY6" fmla="*/ 235470 h 2895600"/>
              <a:gd name="connsiteX7" fmla="*/ 4724400 w 4724400"/>
              <a:gd name="connsiteY7" fmla="*/ 2660130 h 2895600"/>
              <a:gd name="connsiteX8" fmla="*/ 4488930 w 4724400"/>
              <a:gd name="connsiteY8" fmla="*/ 2895600 h 2895600"/>
              <a:gd name="connsiteX9" fmla="*/ 235470 w 4724400"/>
              <a:gd name="connsiteY9" fmla="*/ 2895600 h 2895600"/>
              <a:gd name="connsiteX10" fmla="*/ 0 w 4724400"/>
              <a:gd name="connsiteY10" fmla="*/ 2660130 h 2895600"/>
              <a:gd name="connsiteX11" fmla="*/ 0 w 4724400"/>
              <a:gd name="connsiteY11" fmla="*/ 235470 h 2895600"/>
              <a:gd name="connsiteX12" fmla="*/ 235470 w 4724400"/>
              <a:gd name="connsiteY12" fmla="*/ 0 h 289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724400" h="2895600">
                <a:moveTo>
                  <a:pt x="235470" y="0"/>
                </a:moveTo>
                <a:lnTo>
                  <a:pt x="4410363" y="0"/>
                </a:lnTo>
                <a:lnTo>
                  <a:pt x="4402058" y="8305"/>
                </a:lnTo>
                <a:lnTo>
                  <a:pt x="4595726" y="201973"/>
                </a:lnTo>
                <a:lnTo>
                  <a:pt x="4684950" y="112749"/>
                </a:lnTo>
                <a:lnTo>
                  <a:pt x="4705896" y="143815"/>
                </a:lnTo>
                <a:cubicBezTo>
                  <a:pt x="4717811" y="171986"/>
                  <a:pt x="4724400" y="202959"/>
                  <a:pt x="4724400" y="235470"/>
                </a:cubicBezTo>
                <a:lnTo>
                  <a:pt x="4724400" y="2660130"/>
                </a:lnTo>
                <a:cubicBezTo>
                  <a:pt x="4724400" y="2790176"/>
                  <a:pt x="4618976" y="2895600"/>
                  <a:pt x="4488930" y="2895600"/>
                </a:cubicBezTo>
                <a:lnTo>
                  <a:pt x="235470" y="2895600"/>
                </a:lnTo>
                <a:cubicBezTo>
                  <a:pt x="105424" y="2895600"/>
                  <a:pt x="0" y="2790176"/>
                  <a:pt x="0" y="2660130"/>
                </a:cubicBezTo>
                <a:lnTo>
                  <a:pt x="0" y="235470"/>
                </a:lnTo>
                <a:cubicBezTo>
                  <a:pt x="0" y="105424"/>
                  <a:pt x="105424" y="0"/>
                  <a:pt x="235470" y="0"/>
                </a:cubicBezTo>
                <a:close/>
              </a:path>
            </a:pathLst>
          </a:custGeom>
          <a:solidFill>
            <a:schemeClr val="accent2">
              <a:lumMod val="50000"/>
            </a:schemeClr>
          </a:solidFill>
          <a:effectLst>
            <a:outerShdw blurRad="50800" dist="38100" dir="5400000" algn="t" rotWithShape="0">
              <a:schemeClr val="tx1">
                <a:alpha val="40000"/>
              </a:schemeClr>
            </a:outerShdw>
          </a:effectLst>
        </p:spPr>
        <p:txBody>
          <a:bodyPr wrap="square" lIns="365760" rIns="36576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8E79F9-00E6-1773-B032-386686A4C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97373-C5A6-4ED4-B129-818DD6F418ED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DA5119-9C2C-6866-6CCD-777AFBC29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D79AB2-758F-7D1A-843D-DFDDA4BD0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1F9A6-B01A-4E61-855A-B780E4CD2C6F}" type="slidenum">
              <a:rPr lang="ru-RU" smtClean="0"/>
              <a:t>‹#›</a:t>
            </a:fld>
            <a:endParaRPr lang="ru-RU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5575D10-6B46-1E49-9456-8EB333AA4E78}"/>
              </a:ext>
            </a:extLst>
          </p:cNvPr>
          <p:cNvCxnSpPr>
            <a:cxnSpLocks/>
          </p:cNvCxnSpPr>
          <p:nvPr/>
        </p:nvCxnSpPr>
        <p:spPr>
          <a:xfrm>
            <a:off x="582144" y="5867400"/>
            <a:ext cx="10773025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1EEA4E1-2312-3E1A-929C-5BC1477675E0}"/>
              </a:ext>
            </a:extLst>
          </p:cNvPr>
          <p:cNvCxnSpPr>
            <a:cxnSpLocks/>
          </p:cNvCxnSpPr>
          <p:nvPr/>
        </p:nvCxnSpPr>
        <p:spPr>
          <a:xfrm>
            <a:off x="582144" y="609600"/>
            <a:ext cx="10773025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phic 21">
            <a:extLst>
              <a:ext uri="{FF2B5EF4-FFF2-40B4-BE49-F238E27FC236}">
                <a16:creationId xmlns:a16="http://schemas.microsoft.com/office/drawing/2014/main" id="{EF6A097C-54D2-D4ED-0A10-19FBB24E05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6093" t="-16314" r="-13478" b="-3577"/>
          <a:stretch/>
        </p:blipFill>
        <p:spPr>
          <a:xfrm rot="16200000">
            <a:off x="-1510" y="4566211"/>
            <a:ext cx="1237941" cy="1204753"/>
          </a:xfrm>
          <a:prstGeom prst="rect">
            <a:avLst/>
          </a:prstGeom>
        </p:spPr>
      </p:pic>
      <p:sp>
        <p:nvSpPr>
          <p:cNvPr id="24" name="Cross 23">
            <a:extLst>
              <a:ext uri="{FF2B5EF4-FFF2-40B4-BE49-F238E27FC236}">
                <a16:creationId xmlns:a16="http://schemas.microsoft.com/office/drawing/2014/main" id="{5D737375-70B4-3314-9D07-4395BAA26875}"/>
              </a:ext>
            </a:extLst>
          </p:cNvPr>
          <p:cNvSpPr/>
          <p:nvPr/>
        </p:nvSpPr>
        <p:spPr>
          <a:xfrm rot="2700000">
            <a:off x="10764583" y="1645473"/>
            <a:ext cx="906072" cy="906308"/>
          </a:xfrm>
          <a:prstGeom prst="plus">
            <a:avLst>
              <a:gd name="adj" fmla="val 34886"/>
            </a:avLst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Quire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0990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E18EE-8562-0004-6395-12C315C60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5" y="598358"/>
            <a:ext cx="10760653" cy="97441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14EE5185-FA14-C59E-8B21-554C836AA043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594516" y="1810513"/>
            <a:ext cx="10773026" cy="3486911"/>
          </a:xfrm>
        </p:spPr>
        <p:txBody>
          <a:bodyPr/>
          <a:lstStyle/>
          <a:p>
            <a:r>
              <a:rPr lang="ru-RU"/>
              <a:t>Вставка таблицы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35FCC-119C-DAE8-FDEE-89D631B41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97373-C5A6-4ED4-B129-818DD6F418ED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8AF21D-75F1-3AFD-93CD-CCB87A5E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9F0B52-3400-828A-9D66-4A58DA96B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F1F9A6-B01A-4E61-855A-B780E4CD2C6F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A5E65DF-61B4-DD7B-4F58-B3C72D0EECC2}"/>
              </a:ext>
            </a:extLst>
          </p:cNvPr>
          <p:cNvCxnSpPr>
            <a:cxnSpLocks/>
          </p:cNvCxnSpPr>
          <p:nvPr/>
        </p:nvCxnSpPr>
        <p:spPr>
          <a:xfrm>
            <a:off x="582144" y="5867400"/>
            <a:ext cx="10773025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03AA81-E3AE-A8F6-A521-8B767B0D1BFC}"/>
              </a:ext>
            </a:extLst>
          </p:cNvPr>
          <p:cNvCxnSpPr>
            <a:cxnSpLocks/>
          </p:cNvCxnSpPr>
          <p:nvPr/>
        </p:nvCxnSpPr>
        <p:spPr>
          <a:xfrm>
            <a:off x="582144" y="598358"/>
            <a:ext cx="10773025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8721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1B8B082E-1046-F9A0-7B39-675E9855A2C3}"/>
              </a:ext>
            </a:extLst>
          </p:cNvPr>
          <p:cNvGrpSpPr/>
          <p:nvPr/>
        </p:nvGrpSpPr>
        <p:grpSpPr>
          <a:xfrm>
            <a:off x="582144" y="609600"/>
            <a:ext cx="4370558" cy="5257800"/>
            <a:chOff x="581992" y="609600"/>
            <a:chExt cx="10770220" cy="52578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7F42B3A-6654-C6D7-D536-755B6583EE52}"/>
                </a:ext>
              </a:extLst>
            </p:cNvPr>
            <p:cNvCxnSpPr>
              <a:cxnSpLocks/>
            </p:cNvCxnSpPr>
            <p:nvPr/>
          </p:nvCxnSpPr>
          <p:spPr>
            <a:xfrm>
              <a:off x="581992" y="5867400"/>
              <a:ext cx="10770220" cy="0"/>
            </a:xfrm>
            <a:prstGeom prst="line">
              <a:avLst/>
            </a:prstGeom>
            <a:ln w="12700"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3C8B912-0821-18A3-992F-D5F901A92605}"/>
                </a:ext>
              </a:extLst>
            </p:cNvPr>
            <p:cNvCxnSpPr>
              <a:cxnSpLocks/>
            </p:cNvCxnSpPr>
            <p:nvPr/>
          </p:nvCxnSpPr>
          <p:spPr>
            <a:xfrm>
              <a:off x="581992" y="609600"/>
              <a:ext cx="10770220" cy="0"/>
            </a:xfrm>
            <a:prstGeom prst="line">
              <a:avLst/>
            </a:prstGeom>
            <a:ln w="12700">
              <a:solidFill>
                <a:srgbClr val="435F3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B78823B-1848-DD23-32C1-55B6F35BB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344" y="621792"/>
            <a:ext cx="4431358" cy="1143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Content Placeholder 18">
            <a:extLst>
              <a:ext uri="{FF2B5EF4-FFF2-40B4-BE49-F238E27FC236}">
                <a16:creationId xmlns:a16="http://schemas.microsoft.com/office/drawing/2014/main" id="{C6369831-3D9F-A5E3-4BD7-A70602CD967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1344" y="2084832"/>
            <a:ext cx="4435995" cy="37033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5E70E0-6625-D5D7-AF0A-C954D8961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97373-C5A6-4ED4-B129-818DD6F418ED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CC3F56-523E-43F4-9B16-07C01F0BC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34609" y="6190488"/>
            <a:ext cx="919275" cy="210312"/>
          </a:xfrm>
        </p:spPr>
        <p:txBody>
          <a:bodyPr/>
          <a:lstStyle/>
          <a:p>
            <a:fld id="{61F1F9A6-B01A-4E61-855A-B780E4CD2C6F}" type="slidenum">
              <a:rPr lang="ru-RU" smtClean="0"/>
              <a:t>‹#›</a:t>
            </a:fld>
            <a:endParaRPr lang="ru-RU"/>
          </a:p>
        </p:txBody>
      </p:sp>
      <p:sp>
        <p:nvSpPr>
          <p:cNvPr id="15" name="Table Placeholder 6">
            <a:extLst>
              <a:ext uri="{FF2B5EF4-FFF2-40B4-BE49-F238E27FC236}">
                <a16:creationId xmlns:a16="http://schemas.microsoft.com/office/drawing/2014/main" id="{E9B8BD81-BFB0-9798-902D-2A4DA2A4931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5496975" y="603504"/>
            <a:ext cx="6292711" cy="5788152"/>
          </a:xfrm>
        </p:spPr>
        <p:txBody>
          <a:bodyPr/>
          <a:lstStyle/>
          <a:p>
            <a:r>
              <a:rPr lang="ru-RU"/>
              <a:t>Вставка таблицы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140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4516" y="621792"/>
            <a:ext cx="10765291" cy="1143000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ru-RU"/>
              <a:t>Образец заголовка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516" y="2112264"/>
            <a:ext cx="10765291" cy="3602736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319" y="6190488"/>
            <a:ext cx="1446589" cy="21031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000" b="1" i="0" cap="all" spc="200" baseline="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41A97373-C5A6-4ED4-B129-818DD6F418ED}" type="datetimeFigureOut">
              <a:rPr lang="ru-RU" smtClean="0"/>
              <a:t>20.02.2025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87041" y="6190488"/>
            <a:ext cx="6217920" cy="210312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000" b="1" spc="200" baseline="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40531" y="6190488"/>
            <a:ext cx="919275" cy="210312"/>
          </a:xfrm>
          <a:prstGeom prst="rect">
            <a:avLst/>
          </a:prstGeom>
        </p:spPr>
        <p:txBody>
          <a:bodyPr vert="horz" lIns="121899" tIns="60949" rIns="121899" bIns="60949" rtlCol="0" anchor="b"/>
          <a:lstStyle>
            <a:lvl1pPr algn="r">
              <a:defRPr sz="1000" b="1" spc="200" baseline="0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61F1F9A6-B01A-4E61-855A-B780E4CD2C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24219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85000"/>
        </a:lnSpc>
        <a:spcBef>
          <a:spcPct val="0"/>
        </a:spcBef>
        <a:buNone/>
        <a:tabLst/>
        <a:defRPr sz="2400" b="1" kern="1200" cap="none" baseline="0">
          <a:solidFill>
            <a:schemeClr val="accent2">
              <a:lumMod val="50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5000"/>
        </a:lnSpc>
        <a:spcBef>
          <a:spcPts val="1866"/>
        </a:spcBef>
        <a:buClr>
          <a:schemeClr val="accent6">
            <a:lumMod val="50000"/>
          </a:schemeClr>
        </a:buClr>
        <a:buSzPct val="100000"/>
        <a:buFont typeface="Arial" pitchFamily="34" charset="0"/>
        <a:buChar char="•"/>
        <a:defRPr sz="18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1pPr>
      <a:lvl2pPr marL="731392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ourier New" panose="02070309020205020404" pitchFamily="49" charset="0"/>
        <a:buChar char="o"/>
        <a:defRPr sz="18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2pPr>
      <a:lvl3pPr marL="1158037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6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3pPr>
      <a:lvl4pPr marL="1584683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6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4pPr>
      <a:lvl5pPr marL="2011328" indent="-304747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100000"/>
        <a:buFont typeface="Century Gothic" pitchFamily="34" charset="0"/>
        <a:buChar char="–"/>
        <a:defRPr sz="16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5pPr>
      <a:lvl6pPr marL="2133226" indent="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None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6pPr>
      <a:lvl7pPr marL="284562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7pPr>
      <a:lvl8pPr marL="3272267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8pPr>
      <a:lvl9pPr marL="3759862" indent="-285750" algn="l" defTabSz="1218987" rtl="0" eaLnBrk="1" latinLnBrk="0" hangingPunct="1">
        <a:lnSpc>
          <a:spcPct val="95000"/>
        </a:lnSpc>
        <a:spcBef>
          <a:spcPts val="1066"/>
        </a:spcBef>
        <a:buClr>
          <a:schemeClr val="accent6">
            <a:lumMod val="50000"/>
          </a:schemeClr>
        </a:buClr>
        <a:buSzPct val="90000"/>
        <a:buFont typeface="Century Gothic" panose="020B0502020202020204" pitchFamily="34" charset="0"/>
        <a:buChar char="–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1">
          <p15:clr>
            <a:srgbClr val="F26B43"/>
          </p15:clr>
        </p15:guide>
        <p15:guide id="2" orient="horz" pos="432">
          <p15:clr>
            <a:srgbClr val="F26B43"/>
          </p15:clr>
        </p15:guide>
        <p15:guide id="3" pos="7247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AE4184-3215-D323-18EC-2235A4244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Поделка ко дню Защитника Отечества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075DE8-0C1E-BCCD-E7ED-43C17EE2FED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4377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5B1537-EF87-1754-164A-B8C63596B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Шаг 1</a:t>
            </a:r>
          </a:p>
        </p:txBody>
      </p:sp>
      <p:pic>
        <p:nvPicPr>
          <p:cNvPr id="5" name="1">
            <a:hlinkClick r:id="" action="ppaction://media"/>
            <a:extLst>
              <a:ext uri="{FF2B5EF4-FFF2-40B4-BE49-F238E27FC236}">
                <a16:creationId xmlns:a16="http://schemas.microsoft.com/office/drawing/2014/main" id="{D56C8270-2DDD-A4F8-2398-ECB4CD93C305}"/>
              </a:ext>
            </a:extLst>
          </p:cNvPr>
          <p:cNvPicPr>
            <a:picLocks noGrp="1" noChangeAspect="1"/>
          </p:cNvPicPr>
          <p:nvPr>
            <p:ph sz="quarter" idx="13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7250" y="2841625"/>
            <a:ext cx="4725988" cy="1839913"/>
          </a:xfr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2359A6F9-9ECE-AE89-ABCC-9DE52373BB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noFill/>
        </p:spPr>
        <p:txBody>
          <a:bodyPr/>
          <a:lstStyle/>
          <a:p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Сложите лист зелёной бумаги пополам длинными сторонами друг к другу, выровняйте и прогладьте ладонью. Разверните. Это поможет найти середину детали. Загните один из длинных краёв к полученной складке.</a:t>
            </a:r>
          </a:p>
          <a:p>
            <a:endParaRPr lang="ru-RU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839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733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5B1537-EF87-1754-164A-B8C63596B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Шаг </a:t>
            </a:r>
            <a:r>
              <a:rPr lang="en-US" dirty="0"/>
              <a:t>2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359A6F9-9ECE-AE89-ABCC-9DE52373BB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noFill/>
        </p:spPr>
        <p:txBody>
          <a:bodyPr/>
          <a:lstStyle/>
          <a:p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Загните второй край листа к центральной складке.</a:t>
            </a:r>
          </a:p>
        </p:txBody>
      </p:sp>
      <p:pic>
        <p:nvPicPr>
          <p:cNvPr id="10" name="2а">
            <a:hlinkClick r:id="" action="ppaction://media"/>
            <a:extLst>
              <a:ext uri="{FF2B5EF4-FFF2-40B4-BE49-F238E27FC236}">
                <a16:creationId xmlns:a16="http://schemas.microsoft.com/office/drawing/2014/main" id="{7DC96F6E-DC4F-15D7-C7E0-72056DD3E053}"/>
              </a:ext>
            </a:extLst>
          </p:cNvPr>
          <p:cNvPicPr>
            <a:picLocks noGrp="1" noChangeAspect="1"/>
          </p:cNvPicPr>
          <p:nvPr>
            <p:ph sz="quarter" idx="13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7250" y="3005138"/>
            <a:ext cx="4725988" cy="1514475"/>
          </a:xfrm>
        </p:spPr>
      </p:pic>
    </p:spTree>
    <p:extLst>
      <p:ext uri="{BB962C8B-B14F-4D97-AF65-F5344CB8AC3E}">
        <p14:creationId xmlns:p14="http://schemas.microsoft.com/office/powerpoint/2010/main" val="2130909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33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5B1537-EF87-1754-164A-B8C63596B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Шаг 3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359A6F9-9ECE-AE89-ABCC-9DE52373BB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noFill/>
        </p:spPr>
        <p:txBody>
          <a:bodyPr/>
          <a:lstStyle/>
          <a:p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С одной стороны листа загните два уголка к середине так, чтобы на конце получился треугольник. </a:t>
            </a:r>
          </a:p>
        </p:txBody>
      </p:sp>
      <p:pic>
        <p:nvPicPr>
          <p:cNvPr id="6" name="3">
            <a:hlinkClick r:id="" action="ppaction://media"/>
            <a:extLst>
              <a:ext uri="{FF2B5EF4-FFF2-40B4-BE49-F238E27FC236}">
                <a16:creationId xmlns:a16="http://schemas.microsoft.com/office/drawing/2014/main" id="{8412F79B-B713-3474-A779-BFE8F5E53E05}"/>
              </a:ext>
            </a:extLst>
          </p:cNvPr>
          <p:cNvPicPr>
            <a:picLocks noGrp="1" noChangeAspect="1"/>
          </p:cNvPicPr>
          <p:nvPr>
            <p:ph sz="quarter" idx="13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7250" y="3140075"/>
            <a:ext cx="4725988" cy="1244600"/>
          </a:xfrm>
        </p:spPr>
      </p:pic>
    </p:spTree>
    <p:extLst>
      <p:ext uri="{BB962C8B-B14F-4D97-AF65-F5344CB8AC3E}">
        <p14:creationId xmlns:p14="http://schemas.microsoft.com/office/powerpoint/2010/main" val="2487222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36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5B1537-EF87-1754-164A-B8C63596B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Шаг 4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359A6F9-9ECE-AE89-ABCC-9DE52373BB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noFill/>
        </p:spPr>
        <p:txBody>
          <a:bodyPr/>
          <a:lstStyle/>
          <a:p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Симметрично отогните края наружу, как показано на видео.</a:t>
            </a:r>
          </a:p>
        </p:txBody>
      </p:sp>
      <p:pic>
        <p:nvPicPr>
          <p:cNvPr id="10" name="4а">
            <a:hlinkClick r:id="" action="ppaction://media"/>
            <a:extLst>
              <a:ext uri="{FF2B5EF4-FFF2-40B4-BE49-F238E27FC236}">
                <a16:creationId xmlns:a16="http://schemas.microsoft.com/office/drawing/2014/main" id="{9FCB038C-DF37-007D-61BE-4B289EFDC503}"/>
              </a:ext>
            </a:extLst>
          </p:cNvPr>
          <p:cNvPicPr>
            <a:picLocks noGrp="1" noChangeAspect="1"/>
          </p:cNvPicPr>
          <p:nvPr>
            <p:ph sz="quarter" idx="13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7250" y="3165475"/>
            <a:ext cx="4725988" cy="1193800"/>
          </a:xfrm>
        </p:spPr>
      </p:pic>
    </p:spTree>
    <p:extLst>
      <p:ext uri="{BB962C8B-B14F-4D97-AF65-F5344CB8AC3E}">
        <p14:creationId xmlns:p14="http://schemas.microsoft.com/office/powerpoint/2010/main" val="724543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33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5B1537-EF87-1754-164A-B8C63596B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Шаг 5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359A6F9-9ECE-AE89-ABCC-9DE52373BB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noFill/>
        </p:spPr>
        <p:txBody>
          <a:bodyPr/>
          <a:lstStyle/>
          <a:p>
            <a:r>
              <a:rPr lang="ru-RU" dirty="0">
                <a:solidFill>
                  <a:schemeClr val="accent2">
                    <a:lumMod val="50000"/>
                  </a:schemeClr>
                </a:solidFill>
              </a:rPr>
              <a:t>Согните изделие так, чтобы нижний ровный край примерно на палец не доходил до верхнего треугольника.</a:t>
            </a:r>
          </a:p>
        </p:txBody>
      </p:sp>
      <p:pic>
        <p:nvPicPr>
          <p:cNvPr id="6" name="5">
            <a:hlinkClick r:id="" action="ppaction://media"/>
            <a:extLst>
              <a:ext uri="{FF2B5EF4-FFF2-40B4-BE49-F238E27FC236}">
                <a16:creationId xmlns:a16="http://schemas.microsoft.com/office/drawing/2014/main" id="{0E32035F-50F8-18DD-6582-44BCBC1FD317}"/>
              </a:ext>
            </a:extLst>
          </p:cNvPr>
          <p:cNvPicPr>
            <a:picLocks noGrp="1" noChangeAspect="1"/>
          </p:cNvPicPr>
          <p:nvPr>
            <p:ph sz="quarter" idx="13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7250" y="2990850"/>
            <a:ext cx="4725988" cy="1541463"/>
          </a:xfrm>
        </p:spPr>
      </p:pic>
    </p:spTree>
    <p:extLst>
      <p:ext uri="{BB962C8B-B14F-4D97-AF65-F5344CB8AC3E}">
        <p14:creationId xmlns:p14="http://schemas.microsoft.com/office/powerpoint/2010/main" val="558574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357619-0699-EFB3-2637-D555DB6F5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Практически всё готово!</a:t>
            </a:r>
          </a:p>
        </p:txBody>
      </p:sp>
      <p:pic>
        <p:nvPicPr>
          <p:cNvPr id="6" name="Объект 5" descr="Изображение выглядит как бумага, Бумажное изделие, Творчество, дерево&#10;&#10;Автоматически созданное описание">
            <a:extLst>
              <a:ext uri="{FF2B5EF4-FFF2-40B4-BE49-F238E27FC236}">
                <a16:creationId xmlns:a16="http://schemas.microsoft.com/office/drawing/2014/main" id="{D92E4D80-A237-B649-3192-70B872D97C8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276" y="2616810"/>
            <a:ext cx="3305636" cy="2638793"/>
          </a:xfrm>
        </p:spPr>
      </p:pic>
      <p:sp>
        <p:nvSpPr>
          <p:cNvPr id="4" name="Рисунок 3">
            <a:extLst>
              <a:ext uri="{FF2B5EF4-FFF2-40B4-BE49-F238E27FC236}">
                <a16:creationId xmlns:a16="http://schemas.microsoft.com/office/drawing/2014/main" id="{D638A1FF-2EE3-08B2-F3F8-FC8A545D342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1846159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Custom 14">
      <a:dk1>
        <a:sysClr val="windowText" lastClr="000000"/>
      </a:dk1>
      <a:lt1>
        <a:sysClr val="window" lastClr="FFFFFF"/>
      </a:lt1>
      <a:dk2>
        <a:srgbClr val="445EA2"/>
      </a:dk2>
      <a:lt2>
        <a:srgbClr val="EBEBEB"/>
      </a:lt2>
      <a:accent1>
        <a:srgbClr val="4495A2"/>
      </a:accent1>
      <a:accent2>
        <a:srgbClr val="7CA655"/>
      </a:accent2>
      <a:accent3>
        <a:srgbClr val="DFB240"/>
      </a:accent3>
      <a:accent4>
        <a:srgbClr val="DF8C40"/>
      </a:accent4>
      <a:accent5>
        <a:srgbClr val="DF5D40"/>
      </a:accent5>
      <a:accent6>
        <a:srgbClr val="8760AD"/>
      </a:accent6>
      <a:hlink>
        <a:srgbClr val="DF5D40"/>
      </a:hlink>
      <a:folHlink>
        <a:srgbClr val="8760AD"/>
      </a:folHlink>
    </a:clrScheme>
    <a:fontScheme name="Custom 1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80000" r="-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30000" t="30000" r="70000" b="10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5000"/>
          </a:lnSpc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TM00677232_win32_KB_V4" id="{7C2CD246-3174-4527-8E3B-96BB004DC883}" vid="{2E14CB92-0E49-42FE-A66D-7EE51C3C8E2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Back to school night presentation</Template>
  <TotalTime>24</TotalTime>
  <Words>104</Words>
  <Application>Microsoft Office PowerPoint</Application>
  <PresentationFormat>Широкоэкранный</PresentationFormat>
  <Paragraphs>12</Paragraphs>
  <Slides>7</Slides>
  <Notes>0</Notes>
  <HiddenSlides>0</HiddenSlides>
  <MMClips>5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Courier New</vt:lpstr>
      <vt:lpstr>Quire Sans</vt:lpstr>
      <vt:lpstr>Custom</vt:lpstr>
      <vt:lpstr>Поделка ко дню Защитника Отечества</vt:lpstr>
      <vt:lpstr>Шаг 1</vt:lpstr>
      <vt:lpstr>Шаг 2</vt:lpstr>
      <vt:lpstr>Шаг 3</vt:lpstr>
      <vt:lpstr>Шаг 4</vt:lpstr>
      <vt:lpstr>Шаг 5</vt:lpstr>
      <vt:lpstr>Практически всё готово!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Макар Гольев</dc:creator>
  <cp:lastModifiedBy>Макар Гольев</cp:lastModifiedBy>
  <cp:revision>1</cp:revision>
  <dcterms:created xsi:type="dcterms:W3CDTF">2025-02-20T17:43:01Z</dcterms:created>
  <dcterms:modified xsi:type="dcterms:W3CDTF">2025-02-20T18:07:42Z</dcterms:modified>
</cp:coreProperties>
</file>